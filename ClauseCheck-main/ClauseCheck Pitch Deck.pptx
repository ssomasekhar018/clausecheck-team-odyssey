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9" r:id="rId3"/>
    <p:sldId id="258" r:id="rId4"/>
    <p:sldId id="260" r:id="rId5"/>
    <p:sldId id="262" r:id="rId6"/>
    <p:sldId id="274" r:id="rId7"/>
    <p:sldId id="27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7B9C6-F6EA-412D-BD16-63F10D546EE5}" v="138" dt="2026-01-24T10:53:25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lavi Nagasamudram" userId="d5522740789b214a" providerId="LiveId" clId="{429F7904-88B9-4DB9-89F2-75199156620A}"/>
    <pc:docChg chg="undo custSel addSld delSld modSld sldOrd modMainMaster">
      <pc:chgData name="Pallavi Nagasamudram" userId="d5522740789b214a" providerId="LiveId" clId="{429F7904-88B9-4DB9-89F2-75199156620A}" dt="2026-01-24T10:56:13.532" v="557" actId="20577"/>
      <pc:docMkLst>
        <pc:docMk/>
      </pc:docMkLst>
      <pc:sldChg chg="del">
        <pc:chgData name="Pallavi Nagasamudram" userId="d5522740789b214a" providerId="LiveId" clId="{429F7904-88B9-4DB9-89F2-75199156620A}" dt="2026-01-24T09:39:34.928" v="75" actId="47"/>
        <pc:sldMkLst>
          <pc:docMk/>
          <pc:sldMk cId="3939477342" sldId="257"/>
        </pc:sldMkLst>
      </pc:sldChg>
      <pc:sldChg chg="addSp delSp modSp mod modTransition">
        <pc:chgData name="Pallavi Nagasamudram" userId="d5522740789b214a" providerId="LiveId" clId="{429F7904-88B9-4DB9-89F2-75199156620A}" dt="2026-01-24T10:39:45.559" v="540"/>
        <pc:sldMkLst>
          <pc:docMk/>
          <pc:sldMk cId="551069351" sldId="258"/>
        </pc:sldMkLst>
        <pc:spChg chg="add mod">
          <ac:chgData name="Pallavi Nagasamudram" userId="d5522740789b214a" providerId="LiveId" clId="{429F7904-88B9-4DB9-89F2-75199156620A}" dt="2026-01-24T09:42:51.900" v="169" actId="14100"/>
          <ac:spMkLst>
            <pc:docMk/>
            <pc:sldMk cId="551069351" sldId="258"/>
            <ac:spMk id="2" creationId="{B811B2EE-A735-BD56-E236-CDAB27678F6D}"/>
          </ac:spMkLst>
        </pc:spChg>
        <pc:picChg chg="add del mod">
          <ac:chgData name="Pallavi Nagasamudram" userId="d5522740789b214a" providerId="LiveId" clId="{429F7904-88B9-4DB9-89F2-75199156620A}" dt="2026-01-24T08:50:36.255" v="7" actId="478"/>
          <ac:picMkLst>
            <pc:docMk/>
            <pc:sldMk cId="551069351" sldId="258"/>
            <ac:picMk id="1026" creationId="{0C96D00F-5AA8-3D4F-9C52-42C16396DF92}"/>
          </ac:picMkLst>
        </pc:picChg>
        <pc:picChg chg="add mod">
          <ac:chgData name="Pallavi Nagasamudram" userId="d5522740789b214a" providerId="LiveId" clId="{429F7904-88B9-4DB9-89F2-75199156620A}" dt="2026-01-24T09:43:01.813" v="173" actId="14100"/>
          <ac:picMkLst>
            <pc:docMk/>
            <pc:sldMk cId="551069351" sldId="258"/>
            <ac:picMk id="1028" creationId="{7FDFEC49-5AD3-A9BB-46AA-76E82881A6CF}"/>
          </ac:picMkLst>
        </pc:picChg>
      </pc:sldChg>
      <pc:sldChg chg="addSp modSp mod ord modTransition">
        <pc:chgData name="Pallavi Nagasamudram" userId="d5522740789b214a" providerId="LiveId" clId="{429F7904-88B9-4DB9-89F2-75199156620A}" dt="2026-01-24T10:39:45.559" v="540"/>
        <pc:sldMkLst>
          <pc:docMk/>
          <pc:sldMk cId="892275922" sldId="259"/>
        </pc:sldMkLst>
        <pc:spChg chg="add mod">
          <ac:chgData name="Pallavi Nagasamudram" userId="d5522740789b214a" providerId="LiveId" clId="{429F7904-88B9-4DB9-89F2-75199156620A}" dt="2026-01-24T09:41:48.883" v="113" actId="404"/>
          <ac:spMkLst>
            <pc:docMk/>
            <pc:sldMk cId="892275922" sldId="259"/>
            <ac:spMk id="3" creationId="{A72C0023-7585-4965-D845-903C8D3FB97C}"/>
          </ac:spMkLst>
        </pc:spChg>
        <pc:picChg chg="add mod">
          <ac:chgData name="Pallavi Nagasamudram" userId="d5522740789b214a" providerId="LiveId" clId="{429F7904-88B9-4DB9-89F2-75199156620A}" dt="2026-01-24T09:41:52.136" v="114" actId="14100"/>
          <ac:picMkLst>
            <pc:docMk/>
            <pc:sldMk cId="892275922" sldId="259"/>
            <ac:picMk id="2" creationId="{766461AE-9850-2344-E3D7-CC598B4ECE60}"/>
          </ac:picMkLst>
        </pc:picChg>
      </pc:sldChg>
      <pc:sldChg chg="addSp delSp modSp mod modTransition">
        <pc:chgData name="Pallavi Nagasamudram" userId="d5522740789b214a" providerId="LiveId" clId="{429F7904-88B9-4DB9-89F2-75199156620A}" dt="2026-01-24T10:45:01.429" v="542" actId="1076"/>
        <pc:sldMkLst>
          <pc:docMk/>
          <pc:sldMk cId="3574112803" sldId="260"/>
        </pc:sldMkLst>
        <pc:spChg chg="add del">
          <ac:chgData name="Pallavi Nagasamudram" userId="d5522740789b214a" providerId="LiveId" clId="{429F7904-88B9-4DB9-89F2-75199156620A}" dt="2026-01-24T08:57:26.121" v="26" actId="22"/>
          <ac:spMkLst>
            <pc:docMk/>
            <pc:sldMk cId="3574112803" sldId="260"/>
            <ac:spMk id="3" creationId="{F6B0E370-17FF-560D-5053-A584DAEB9276}"/>
          </ac:spMkLst>
        </pc:spChg>
        <pc:spChg chg="add mod">
          <ac:chgData name="Pallavi Nagasamudram" userId="d5522740789b214a" providerId="LiveId" clId="{429F7904-88B9-4DB9-89F2-75199156620A}" dt="2026-01-24T09:45:13.238" v="203" actId="1076"/>
          <ac:spMkLst>
            <pc:docMk/>
            <pc:sldMk cId="3574112803" sldId="260"/>
            <ac:spMk id="4" creationId="{BE48214E-FCEA-D37C-A8F4-7592A077B077}"/>
          </ac:spMkLst>
        </pc:spChg>
        <pc:picChg chg="add mod">
          <ac:chgData name="Pallavi Nagasamudram" userId="d5522740789b214a" providerId="LiveId" clId="{429F7904-88B9-4DB9-89F2-75199156620A}" dt="2026-01-24T10:45:01.429" v="542" actId="1076"/>
          <ac:picMkLst>
            <pc:docMk/>
            <pc:sldMk cId="3574112803" sldId="260"/>
            <ac:picMk id="2" creationId="{DAA22696-242A-60D5-6093-B420D60F0CA5}"/>
          </ac:picMkLst>
        </pc:picChg>
        <pc:picChg chg="mod">
          <ac:chgData name="Pallavi Nagasamudram" userId="d5522740789b214a" providerId="LiveId" clId="{429F7904-88B9-4DB9-89F2-75199156620A}" dt="2026-01-24T09:45:07.864" v="202" actId="1076"/>
          <ac:picMkLst>
            <pc:docMk/>
            <pc:sldMk cId="3574112803" sldId="260"/>
            <ac:picMk id="2050" creationId="{79916044-8F4B-1A07-7AB2-41B5471916C4}"/>
          </ac:picMkLst>
        </pc:picChg>
        <pc:picChg chg="add mod">
          <ac:chgData name="Pallavi Nagasamudram" userId="d5522740789b214a" providerId="LiveId" clId="{429F7904-88B9-4DB9-89F2-75199156620A}" dt="2026-01-24T09:45:31.343" v="207" actId="1076"/>
          <ac:picMkLst>
            <pc:docMk/>
            <pc:sldMk cId="3574112803" sldId="260"/>
            <ac:picMk id="3074" creationId="{BAECDABA-28B7-CBC2-6DA5-BD86B2319D5A}"/>
          </ac:picMkLst>
        </pc:picChg>
      </pc:sldChg>
      <pc:sldChg chg="addSp delSp modSp add del mod">
        <pc:chgData name="Pallavi Nagasamudram" userId="d5522740789b214a" providerId="LiveId" clId="{429F7904-88B9-4DB9-89F2-75199156620A}" dt="2026-01-24T09:44:13.782" v="174" actId="47"/>
        <pc:sldMkLst>
          <pc:docMk/>
          <pc:sldMk cId="1129401971" sldId="261"/>
        </pc:sldMkLst>
        <pc:spChg chg="add del">
          <ac:chgData name="Pallavi Nagasamudram" userId="d5522740789b214a" providerId="LiveId" clId="{429F7904-88B9-4DB9-89F2-75199156620A}" dt="2026-01-24T09:02:37.512" v="35" actId="22"/>
          <ac:spMkLst>
            <pc:docMk/>
            <pc:sldMk cId="1129401971" sldId="261"/>
            <ac:spMk id="3" creationId="{D80AD200-BCFB-5FD8-CA18-E97FEF06787F}"/>
          </ac:spMkLst>
        </pc:spChg>
        <pc:picChg chg="add mod">
          <ac:chgData name="Pallavi Nagasamudram" userId="d5522740789b214a" providerId="LiveId" clId="{429F7904-88B9-4DB9-89F2-75199156620A}" dt="2026-01-24T09:03:01.202" v="38" actId="1076"/>
          <ac:picMkLst>
            <pc:docMk/>
            <pc:sldMk cId="1129401971" sldId="261"/>
            <ac:picMk id="4098" creationId="{5DBDE0CE-75CD-9FC4-84F4-2978050C6769}"/>
          </ac:picMkLst>
        </pc:picChg>
      </pc:sldChg>
      <pc:sldChg chg="addSp delSp modSp add mod modTransition">
        <pc:chgData name="Pallavi Nagasamudram" userId="d5522740789b214a" providerId="LiveId" clId="{429F7904-88B9-4DB9-89F2-75199156620A}" dt="2026-01-24T10:39:45.559" v="540"/>
        <pc:sldMkLst>
          <pc:docMk/>
          <pc:sldMk cId="2094029686" sldId="262"/>
        </pc:sldMkLst>
        <pc:spChg chg="add mod">
          <ac:chgData name="Pallavi Nagasamudram" userId="d5522740789b214a" providerId="LiveId" clId="{429F7904-88B9-4DB9-89F2-75199156620A}" dt="2026-01-24T09:48:41.464" v="286" actId="1076"/>
          <ac:spMkLst>
            <pc:docMk/>
            <pc:sldMk cId="2094029686" sldId="262"/>
            <ac:spMk id="2" creationId="{2663CB38-6D7D-E360-1368-B91AAD979063}"/>
          </ac:spMkLst>
        </pc:spChg>
        <pc:spChg chg="add del mod">
          <ac:chgData name="Pallavi Nagasamudram" userId="d5522740789b214a" providerId="LiveId" clId="{429F7904-88B9-4DB9-89F2-75199156620A}" dt="2026-01-24T10:08:36.536" v="347" actId="21"/>
          <ac:spMkLst>
            <pc:docMk/>
            <pc:sldMk cId="2094029686" sldId="262"/>
            <ac:spMk id="3" creationId="{F1BD9165-F950-DD6C-1AE5-CDB5B147757A}"/>
          </ac:spMkLst>
        </pc:spChg>
        <pc:picChg chg="mod">
          <ac:chgData name="Pallavi Nagasamudram" userId="d5522740789b214a" providerId="LiveId" clId="{429F7904-88B9-4DB9-89F2-75199156620A}" dt="2026-01-24T09:48:15.037" v="278" actId="1076"/>
          <ac:picMkLst>
            <pc:docMk/>
            <pc:sldMk cId="2094029686" sldId="262"/>
            <ac:picMk id="2050" creationId="{9AAE2A2C-CCD2-30D2-2F93-4A67AB06348D}"/>
          </ac:picMkLst>
        </pc:picChg>
        <pc:picChg chg="add mod">
          <ac:chgData name="Pallavi Nagasamudram" userId="d5522740789b214a" providerId="LiveId" clId="{429F7904-88B9-4DB9-89F2-75199156620A}" dt="2026-01-24T09:48:37.025" v="285" actId="1076"/>
          <ac:picMkLst>
            <pc:docMk/>
            <pc:sldMk cId="2094029686" sldId="262"/>
            <ac:picMk id="5122" creationId="{CDB4CFC9-1D52-9B57-926C-F66A2D7B9E10}"/>
          </ac:picMkLst>
        </pc:picChg>
      </pc:sldChg>
      <pc:sldChg chg="addSp modSp add mod modTransition">
        <pc:chgData name="Pallavi Nagasamudram" userId="d5522740789b214a" providerId="LiveId" clId="{429F7904-88B9-4DB9-89F2-75199156620A}" dt="2026-01-24T10:39:45.559" v="540"/>
        <pc:sldMkLst>
          <pc:docMk/>
          <pc:sldMk cId="1400317699" sldId="263"/>
        </pc:sldMkLst>
        <pc:spChg chg="add mod">
          <ac:chgData name="Pallavi Nagasamudram" userId="d5522740789b214a" providerId="LiveId" clId="{429F7904-88B9-4DB9-89F2-75199156620A}" dt="2026-01-24T09:47:38.157" v="244" actId="1076"/>
          <ac:spMkLst>
            <pc:docMk/>
            <pc:sldMk cId="1400317699" sldId="263"/>
            <ac:spMk id="2" creationId="{8A4303FA-3743-040E-D19B-08C109CD5C7C}"/>
          </ac:spMkLst>
        </pc:spChg>
        <pc:picChg chg="mod">
          <ac:chgData name="Pallavi Nagasamudram" userId="d5522740789b214a" providerId="LiveId" clId="{429F7904-88B9-4DB9-89F2-75199156620A}" dt="2026-01-24T09:47:30.190" v="243" actId="1076"/>
          <ac:picMkLst>
            <pc:docMk/>
            <pc:sldMk cId="1400317699" sldId="263"/>
            <ac:picMk id="2050" creationId="{6D2D4BB9-C53A-6312-8507-14212014943E}"/>
          </ac:picMkLst>
        </pc:picChg>
        <pc:picChg chg="add mod">
          <ac:chgData name="Pallavi Nagasamudram" userId="d5522740789b214a" providerId="LiveId" clId="{429F7904-88B9-4DB9-89F2-75199156620A}" dt="2026-01-24T09:46:52.505" v="209" actId="1076"/>
          <ac:picMkLst>
            <pc:docMk/>
            <pc:sldMk cId="1400317699" sldId="263"/>
            <ac:picMk id="6146" creationId="{080AACDB-1D40-4DF6-A971-7533DF3B8C09}"/>
          </ac:picMkLst>
        </pc:picChg>
      </pc:sldChg>
      <pc:sldChg chg="addSp modSp add del">
        <pc:chgData name="Pallavi Nagasamudram" userId="d5522740789b214a" providerId="LiveId" clId="{429F7904-88B9-4DB9-89F2-75199156620A}" dt="2026-01-24T09:49:04.620" v="287" actId="47"/>
        <pc:sldMkLst>
          <pc:docMk/>
          <pc:sldMk cId="2343147253" sldId="264"/>
        </pc:sldMkLst>
        <pc:picChg chg="add mod">
          <ac:chgData name="Pallavi Nagasamudram" userId="d5522740789b214a" providerId="LiveId" clId="{429F7904-88B9-4DB9-89F2-75199156620A}" dt="2026-01-24T09:17:48.088" v="49" actId="1076"/>
          <ac:picMkLst>
            <pc:docMk/>
            <pc:sldMk cId="2343147253" sldId="264"/>
            <ac:picMk id="7170" creationId="{5D95DB1E-9DFE-C507-54EF-56CB2AA869DA}"/>
          </ac:picMkLst>
        </pc:picChg>
      </pc:sldChg>
      <pc:sldChg chg="addSp modSp add mod modTransition">
        <pc:chgData name="Pallavi Nagasamudram" userId="d5522740789b214a" providerId="LiveId" clId="{429F7904-88B9-4DB9-89F2-75199156620A}" dt="2026-01-24T10:56:13.532" v="557" actId="20577"/>
        <pc:sldMkLst>
          <pc:docMk/>
          <pc:sldMk cId="1022116932" sldId="265"/>
        </pc:sldMkLst>
        <pc:spChg chg="add mod">
          <ac:chgData name="Pallavi Nagasamudram" userId="d5522740789b214a" providerId="LiveId" clId="{429F7904-88B9-4DB9-89F2-75199156620A}" dt="2026-01-24T10:56:13.532" v="557" actId="20577"/>
          <ac:spMkLst>
            <pc:docMk/>
            <pc:sldMk cId="1022116932" sldId="265"/>
            <ac:spMk id="2" creationId="{A1F6D137-1E6C-0023-A535-B229BF6183E3}"/>
          </ac:spMkLst>
        </pc:spChg>
        <pc:picChg chg="add mod">
          <ac:chgData name="Pallavi Nagasamudram" userId="d5522740789b214a" providerId="LiveId" clId="{429F7904-88B9-4DB9-89F2-75199156620A}" dt="2026-01-24T09:50:20.681" v="317" actId="1076"/>
          <ac:picMkLst>
            <pc:docMk/>
            <pc:sldMk cId="1022116932" sldId="265"/>
            <ac:picMk id="8194" creationId="{F4F6181B-6D9A-B908-1C5B-0233E18A0D91}"/>
          </ac:picMkLst>
        </pc:picChg>
      </pc:sldChg>
      <pc:sldChg chg="addSp modSp add modTransition">
        <pc:chgData name="Pallavi Nagasamudram" userId="d5522740789b214a" providerId="LiveId" clId="{429F7904-88B9-4DB9-89F2-75199156620A}" dt="2026-01-24T10:39:45.559" v="540"/>
        <pc:sldMkLst>
          <pc:docMk/>
          <pc:sldMk cId="868312173" sldId="266"/>
        </pc:sldMkLst>
        <pc:picChg chg="add mod">
          <ac:chgData name="Pallavi Nagasamudram" userId="d5522740789b214a" providerId="LiveId" clId="{429F7904-88B9-4DB9-89F2-75199156620A}" dt="2026-01-24T09:51:34.980" v="318" actId="1076"/>
          <ac:picMkLst>
            <pc:docMk/>
            <pc:sldMk cId="868312173" sldId="266"/>
            <ac:picMk id="9218" creationId="{7712F441-E201-4843-39AE-5E256B0D892E}"/>
          </ac:picMkLst>
        </pc:picChg>
      </pc:sldChg>
      <pc:sldChg chg="addSp modSp add modTransition">
        <pc:chgData name="Pallavi Nagasamudram" userId="d5522740789b214a" providerId="LiveId" clId="{429F7904-88B9-4DB9-89F2-75199156620A}" dt="2026-01-24T10:39:45.559" v="540"/>
        <pc:sldMkLst>
          <pc:docMk/>
          <pc:sldMk cId="2100302468" sldId="267"/>
        </pc:sldMkLst>
        <pc:picChg chg="add mod">
          <ac:chgData name="Pallavi Nagasamudram" userId="d5522740789b214a" providerId="LiveId" clId="{429F7904-88B9-4DB9-89F2-75199156620A}" dt="2026-01-24T09:34:03.732" v="61" actId="1076"/>
          <ac:picMkLst>
            <pc:docMk/>
            <pc:sldMk cId="2100302468" sldId="267"/>
            <ac:picMk id="10242" creationId="{77D5481D-E4B1-0183-731E-7163D8934E4F}"/>
          </ac:picMkLst>
        </pc:picChg>
      </pc:sldChg>
      <pc:sldChg chg="addSp modSp add modTransition">
        <pc:chgData name="Pallavi Nagasamudram" userId="d5522740789b214a" providerId="LiveId" clId="{429F7904-88B9-4DB9-89F2-75199156620A}" dt="2026-01-24T10:39:45.559" v="540"/>
        <pc:sldMkLst>
          <pc:docMk/>
          <pc:sldMk cId="1571121641" sldId="268"/>
        </pc:sldMkLst>
        <pc:picChg chg="add mod">
          <ac:chgData name="Pallavi Nagasamudram" userId="d5522740789b214a" providerId="LiveId" clId="{429F7904-88B9-4DB9-89F2-75199156620A}" dt="2026-01-24T09:51:48.067" v="320" actId="14100"/>
          <ac:picMkLst>
            <pc:docMk/>
            <pc:sldMk cId="1571121641" sldId="268"/>
            <ac:picMk id="11266" creationId="{E6FD5CCA-DD5D-D329-B6E5-D068E7F6E99F}"/>
          </ac:picMkLst>
        </pc:picChg>
      </pc:sldChg>
      <pc:sldChg chg="addSp modSp add modTransition">
        <pc:chgData name="Pallavi Nagasamudram" userId="d5522740789b214a" providerId="LiveId" clId="{429F7904-88B9-4DB9-89F2-75199156620A}" dt="2026-01-24T10:39:45.559" v="540"/>
        <pc:sldMkLst>
          <pc:docMk/>
          <pc:sldMk cId="2719028426" sldId="269"/>
        </pc:sldMkLst>
        <pc:picChg chg="add mod">
          <ac:chgData name="Pallavi Nagasamudram" userId="d5522740789b214a" providerId="LiveId" clId="{429F7904-88B9-4DB9-89F2-75199156620A}" dt="2026-01-24T09:39:06.530" v="74" actId="1076"/>
          <ac:picMkLst>
            <pc:docMk/>
            <pc:sldMk cId="2719028426" sldId="269"/>
            <ac:picMk id="12290" creationId="{EF2B3237-CE53-11E6-0329-9947A57527CF}"/>
          </ac:picMkLst>
        </pc:picChg>
      </pc:sldChg>
      <pc:sldChg chg="addSp modSp add mod ord modTransition">
        <pc:chgData name="Pallavi Nagasamudram" userId="d5522740789b214a" providerId="LiveId" clId="{429F7904-88B9-4DB9-89F2-75199156620A}" dt="2026-01-24T10:39:45.559" v="540"/>
        <pc:sldMkLst>
          <pc:docMk/>
          <pc:sldMk cId="2829127230" sldId="270"/>
        </pc:sldMkLst>
        <pc:spChg chg="add mod">
          <ac:chgData name="Pallavi Nagasamudram" userId="d5522740789b214a" providerId="LiveId" clId="{429F7904-88B9-4DB9-89F2-75199156620A}" dt="2026-01-24T10:17:37.996" v="447" actId="1076"/>
          <ac:spMkLst>
            <pc:docMk/>
            <pc:sldMk cId="2829127230" sldId="270"/>
            <ac:spMk id="4" creationId="{CEDE2763-F690-8AF5-0A6C-AF5D1D226B9F}"/>
          </ac:spMkLst>
        </pc:spChg>
        <pc:spChg chg="add mod">
          <ac:chgData name="Pallavi Nagasamudram" userId="d5522740789b214a" providerId="LiveId" clId="{429F7904-88B9-4DB9-89F2-75199156620A}" dt="2026-01-24T10:17:55.777" v="451" actId="1076"/>
          <ac:spMkLst>
            <pc:docMk/>
            <pc:sldMk cId="2829127230" sldId="270"/>
            <ac:spMk id="6" creationId="{EEAF42CB-2DC6-81F7-1A7B-61060E44A0EB}"/>
          </ac:spMkLst>
        </pc:spChg>
        <pc:spChg chg="add mod">
          <ac:chgData name="Pallavi Nagasamudram" userId="d5522740789b214a" providerId="LiveId" clId="{429F7904-88B9-4DB9-89F2-75199156620A}" dt="2026-01-24T10:22:23.869" v="538" actId="1076"/>
          <ac:spMkLst>
            <pc:docMk/>
            <pc:sldMk cId="2829127230" sldId="270"/>
            <ac:spMk id="7" creationId="{E3CA1A99-49CC-73A4-CCFB-67C8F77011DA}"/>
          </ac:spMkLst>
        </pc:spChg>
        <pc:picChg chg="add mod modCrop">
          <ac:chgData name="Pallavi Nagasamudram" userId="d5522740789b214a" providerId="LiveId" clId="{429F7904-88B9-4DB9-89F2-75199156620A}" dt="2026-01-24T10:17:22.401" v="445" actId="1076"/>
          <ac:picMkLst>
            <pc:docMk/>
            <pc:sldMk cId="2829127230" sldId="270"/>
            <ac:picMk id="3" creationId="{83E900EF-C7CE-14AE-27D2-52E9C9173F69}"/>
          </ac:picMkLst>
        </pc:picChg>
        <pc:picChg chg="add mod">
          <ac:chgData name="Pallavi Nagasamudram" userId="d5522740789b214a" providerId="LiveId" clId="{429F7904-88B9-4DB9-89F2-75199156620A}" dt="2026-01-24T10:19:16.354" v="457" actId="1076"/>
          <ac:picMkLst>
            <pc:docMk/>
            <pc:sldMk cId="2829127230" sldId="270"/>
            <ac:picMk id="1026" creationId="{1817BF3A-B342-6547-A174-5EF013BD19F9}"/>
          </ac:picMkLst>
        </pc:picChg>
        <pc:picChg chg="mod">
          <ac:chgData name="Pallavi Nagasamudram" userId="d5522740789b214a" providerId="LiveId" clId="{429F7904-88B9-4DB9-89F2-75199156620A}" dt="2026-01-24T10:20:54.150" v="460" actId="1076"/>
          <ac:picMkLst>
            <pc:docMk/>
            <pc:sldMk cId="2829127230" sldId="270"/>
            <ac:picMk id="2050" creationId="{348CDE99-5197-F06E-5249-2BAEE379A06B}"/>
          </ac:picMkLst>
        </pc:picChg>
      </pc:sldChg>
      <pc:sldChg chg="addSp modSp add mod modTransition">
        <pc:chgData name="Pallavi Nagasamudram" userId="d5522740789b214a" providerId="LiveId" clId="{429F7904-88B9-4DB9-89F2-75199156620A}" dt="2026-01-24T10:39:45.559" v="540"/>
        <pc:sldMkLst>
          <pc:docMk/>
          <pc:sldMk cId="1227761691" sldId="271"/>
        </pc:sldMkLst>
        <pc:spChg chg="add mod">
          <ac:chgData name="Pallavi Nagasamudram" userId="d5522740789b214a" providerId="LiveId" clId="{429F7904-88B9-4DB9-89F2-75199156620A}" dt="2026-01-24T10:12:47.151" v="388" actId="2711"/>
          <ac:spMkLst>
            <pc:docMk/>
            <pc:sldMk cId="1227761691" sldId="271"/>
            <ac:spMk id="3" creationId="{9D697C78-1AF8-FE3F-4685-82CCDBC44AFE}"/>
          </ac:spMkLst>
        </pc:spChg>
        <pc:picChg chg="mod">
          <ac:chgData name="Pallavi Nagasamudram" userId="d5522740789b214a" providerId="LiveId" clId="{429F7904-88B9-4DB9-89F2-75199156620A}" dt="2026-01-24T10:01:44.845" v="335" actId="1076"/>
          <ac:picMkLst>
            <pc:docMk/>
            <pc:sldMk cId="1227761691" sldId="271"/>
            <ac:picMk id="2050" creationId="{B83AC42F-D30E-B879-8B24-2EFCB3F1C324}"/>
          </ac:picMkLst>
        </pc:picChg>
      </pc:sldChg>
      <pc:sldChg chg="addSp modSp add mod ord modTransition">
        <pc:chgData name="Pallavi Nagasamudram" userId="d5522740789b214a" providerId="LiveId" clId="{429F7904-88B9-4DB9-89F2-75199156620A}" dt="2026-01-24T10:39:45.559" v="540"/>
        <pc:sldMkLst>
          <pc:docMk/>
          <pc:sldMk cId="3630747112" sldId="272"/>
        </pc:sldMkLst>
        <pc:spChg chg="add mod">
          <ac:chgData name="Pallavi Nagasamudram" userId="d5522740789b214a" providerId="LiveId" clId="{429F7904-88B9-4DB9-89F2-75199156620A}" dt="2026-01-24T10:08:56.327" v="358" actId="1076"/>
          <ac:spMkLst>
            <pc:docMk/>
            <pc:sldMk cId="3630747112" sldId="272"/>
            <ac:spMk id="3" creationId="{F1BD9165-F950-DD6C-1AE5-CDB5B147757A}"/>
          </ac:spMkLst>
        </pc:spChg>
        <pc:picChg chg="mod">
          <ac:chgData name="Pallavi Nagasamudram" userId="d5522740789b214a" providerId="LiveId" clId="{429F7904-88B9-4DB9-89F2-75199156620A}" dt="2026-01-24T10:08:51.840" v="357" actId="1076"/>
          <ac:picMkLst>
            <pc:docMk/>
            <pc:sldMk cId="3630747112" sldId="272"/>
            <ac:picMk id="2050" creationId="{942B91B6-E142-4C29-8132-30DBA8C35D9F}"/>
          </ac:picMkLst>
        </pc:picChg>
      </pc:sldChg>
      <pc:sldChg chg="addSp modSp add mod ord modTransition">
        <pc:chgData name="Pallavi Nagasamudram" userId="d5522740789b214a" providerId="LiveId" clId="{429F7904-88B9-4DB9-89F2-75199156620A}" dt="2026-01-24T10:39:45.559" v="540"/>
        <pc:sldMkLst>
          <pc:docMk/>
          <pc:sldMk cId="1415605007" sldId="273"/>
        </pc:sldMkLst>
        <pc:spChg chg="add mod">
          <ac:chgData name="Pallavi Nagasamudram" userId="d5522740789b214a" providerId="LiveId" clId="{429F7904-88B9-4DB9-89F2-75199156620A}" dt="2026-01-24T10:12:57.869" v="389" actId="2711"/>
          <ac:spMkLst>
            <pc:docMk/>
            <pc:sldMk cId="1415605007" sldId="273"/>
            <ac:spMk id="2" creationId="{466895E0-DBB1-483E-3889-D2E2F7A6E7CC}"/>
          </ac:spMkLst>
        </pc:spChg>
      </pc:sldChg>
      <pc:sldChg chg="addSp delSp modSp add mod ord">
        <pc:chgData name="Pallavi Nagasamudram" userId="d5522740789b214a" providerId="LiveId" clId="{429F7904-88B9-4DB9-89F2-75199156620A}" dt="2026-01-24T10:53:25.830" v="556" actId="1076"/>
        <pc:sldMkLst>
          <pc:docMk/>
          <pc:sldMk cId="1231205709" sldId="274"/>
        </pc:sldMkLst>
        <pc:spChg chg="del mod">
          <ac:chgData name="Pallavi Nagasamudram" userId="d5522740789b214a" providerId="LiveId" clId="{429F7904-88B9-4DB9-89F2-75199156620A}" dt="2026-01-24T10:52:56.485" v="549"/>
          <ac:spMkLst>
            <pc:docMk/>
            <pc:sldMk cId="1231205709" sldId="274"/>
            <ac:spMk id="3" creationId="{AED1735C-47B4-1005-21E7-B0108656EB2F}"/>
          </ac:spMkLst>
        </pc:spChg>
        <pc:picChg chg="add mod">
          <ac:chgData name="Pallavi Nagasamudram" userId="d5522740789b214a" providerId="LiveId" clId="{429F7904-88B9-4DB9-89F2-75199156620A}" dt="2026-01-24T10:53:25.830" v="556" actId="1076"/>
          <ac:picMkLst>
            <pc:docMk/>
            <pc:sldMk cId="1231205709" sldId="274"/>
            <ac:picMk id="1026" creationId="{2B3087D7-5036-86CB-46E1-717C9AAA9294}"/>
          </ac:picMkLst>
        </pc:picChg>
      </pc:sldChg>
      <pc:sldMasterChg chg="modTransition modSldLayout">
        <pc:chgData name="Pallavi Nagasamudram" userId="d5522740789b214a" providerId="LiveId" clId="{429F7904-88B9-4DB9-89F2-75199156620A}" dt="2026-01-24T10:39:45.559" v="540"/>
        <pc:sldMasterMkLst>
          <pc:docMk/>
          <pc:sldMasterMk cId="2272855716" sldId="2147483648"/>
        </pc:sldMasterMkLst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2665377350" sldId="2147483649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4104298056" sldId="2147483650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2756821740" sldId="2147483651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4293675060" sldId="2147483652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735384415" sldId="2147483653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751143535" sldId="2147483654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232111373" sldId="2147483655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3502610763" sldId="2147483656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1498176333" sldId="2147483657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3241374257" sldId="2147483658"/>
          </pc:sldLayoutMkLst>
        </pc:sldLayoutChg>
        <pc:sldLayoutChg chg="modTransition">
          <pc:chgData name="Pallavi Nagasamudram" userId="d5522740789b214a" providerId="LiveId" clId="{429F7904-88B9-4DB9-89F2-75199156620A}" dt="2026-01-24T10:39:45.559" v="540"/>
          <pc:sldLayoutMkLst>
            <pc:docMk/>
            <pc:sldMasterMk cId="2272855716" sldId="2147483648"/>
            <pc:sldLayoutMk cId="1583516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F1D4-A8AA-992A-25BC-284A7FE8D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BFE29-652D-E59E-DF7A-E36EB09A9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7DD37-DBFF-7A84-7FB6-9A63079E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472A8-C383-CF62-B55F-FD0A22B7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908E-E9D0-5962-5FDF-95D2692E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77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2582-BC31-BD91-7D01-019865037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2775D-F836-69DC-63B2-2DF31B1FE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B86FB-2F4B-1E61-10FC-613EB5CD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13716-4F89-90D2-0D89-32AA0FA87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739A3-7774-0AB8-48B8-A9BEED20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9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4CC8-38C2-E23B-356C-ACF5AA0FC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41DC-1274-3D2F-5178-DDB8C089F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95076-A286-9CEA-CC5C-51E5E1A3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64D7F-D6CD-9369-490C-2AC94ACD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43853-182E-E4DB-70C7-85C4D797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2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391E8-0EA4-1D93-4CA3-8F2655D1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E633A-E51F-78FC-8AA7-A3CD3CFB8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F0C88-5593-83CD-CD16-955C1914C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108B5-656B-4583-EC87-C33AF08F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BD462-92F6-568C-1C9D-D46DFCDB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91011-1625-184F-7477-5532912F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75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37D9-2F41-B2D3-A330-07D66D1CD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404-77BF-8119-458D-8D16DEC68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BEF09-DE34-E5A9-D574-262B28F24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59C2D-2EF0-CDEE-98B2-8F90D420D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D9250-CD0E-75B7-F87C-57EE1C391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6410A4-28B7-8BE3-1B90-C962D255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13526-245B-D176-ACCF-E8E6C343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05027D-3F85-51A1-F4AD-303488D8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84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33E48-1D17-EBBB-F46F-8EA3D42E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AA9C6-1A99-D6EB-D6EF-75DF5577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C7D4F-447A-B439-CB59-E5E5BA2E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95FE-C7D3-8DD7-DBB1-FA3C1500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43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44366-6638-B5C0-F689-C0428AF3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100A1-1232-AD8C-ECF7-90C27AF6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30BE9-3DD0-22B3-0E87-CD54863D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1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628D-3699-624A-0645-D0B3F222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45CCD-0D20-A6C9-6ED8-40BAA4AAB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EB2B0-F7F5-4D99-5456-6AB498B7F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DC92A-DB2F-D5DD-61F1-96CD47DD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CA570-7150-1AB5-8269-23B86C1A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526AE-9331-2D95-03B4-DEF884448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10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B52B-4F87-4E54-5016-FC468FE9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C1F89C-EAC5-18F6-B532-7E325760E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56031-A4BF-2338-4E9F-51D35BDC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2CB2F-8692-9F54-BC81-445C266E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4065-A3CE-5A6C-0F6B-37388646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F682B-5E76-FB1C-49EB-5F3C5EE1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76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F688-81B3-3EF5-32AD-884733FB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48253-DBC7-B377-2A28-57F6C6893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E48E3-A292-D903-E793-66C7FE39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A91D5-88AF-6F50-4B65-8BBDFEB5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38DAD-F896-9657-E976-638D911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74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1CA18-2E9C-8435-7373-275D9501C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E6D1F-F60E-C594-B7D8-A6B866026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B165B-1277-CB0D-9D0E-064177E9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F131E-281C-FBD8-AB32-B341C12E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5EA9-9F4B-5231-623F-25ABE9AE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D1B51-3C2F-12C2-2D04-6B5A6066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0776-ED32-780B-E377-A8FBEAE83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B724A-3375-CAF8-F0A6-BF838CA91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1DD66-1752-4790-9F55-0301C321463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F83EA-B43F-6126-7866-22361C586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82A5B-71DD-2F3F-25F7-21708533E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D480D-5296-4036-B3B2-F459E598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55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D6CF3-5896-B02C-ABAB-BA54E8D23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9AF110D-B10C-3767-E6BA-3D76B4E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348CDE99-5197-F06E-5249-2BAEE379A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E900EF-C7CE-14AE-27D2-52E9C9173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48" t="3040" r="776" b="64688"/>
          <a:stretch>
            <a:fillRect/>
          </a:stretch>
        </p:blipFill>
        <p:spPr>
          <a:xfrm>
            <a:off x="4312415" y="1215851"/>
            <a:ext cx="3567165" cy="2213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DE2763-F690-8AF5-0A6C-AF5D1D226B9F}"/>
              </a:ext>
            </a:extLst>
          </p:cNvPr>
          <p:cNvSpPr txBox="1"/>
          <p:nvPr/>
        </p:nvSpPr>
        <p:spPr>
          <a:xfrm>
            <a:off x="3060288" y="3684071"/>
            <a:ext cx="6071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-AI Assisted Contract Intelligence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F42CB-2DC6-81F7-1A7B-61060E44A0EB}"/>
              </a:ext>
            </a:extLst>
          </p:cNvPr>
          <p:cNvSpPr txBox="1"/>
          <p:nvPr/>
        </p:nvSpPr>
        <p:spPr>
          <a:xfrm>
            <a:off x="3264307" y="4462362"/>
            <a:ext cx="6174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decision-support system for legal professionals to analyze contracts faster, safer, and more consistently.</a:t>
            </a:r>
          </a:p>
        </p:txBody>
      </p:sp>
      <p:pic>
        <p:nvPicPr>
          <p:cNvPr id="1026" name="Picture 2" descr="SRM AP Student Login">
            <a:extLst>
              <a:ext uri="{FF2B5EF4-FFF2-40B4-BE49-F238E27FC236}">
                <a16:creationId xmlns:a16="http://schemas.microsoft.com/office/drawing/2014/main" id="{1817BF3A-B342-6547-A174-5EF013BD1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65" y="0"/>
            <a:ext cx="2609850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A1A99-49CC-73A4-CCFB-67C8F77011DA}"/>
              </a:ext>
            </a:extLst>
          </p:cNvPr>
          <p:cNvSpPr txBox="1"/>
          <p:nvPr/>
        </p:nvSpPr>
        <p:spPr>
          <a:xfrm>
            <a:off x="113069" y="6431538"/>
            <a:ext cx="9719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Team: Pallavi Nagasamudram, Guna Vardhan </a:t>
            </a:r>
            <a:r>
              <a:rPr lang="en-US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Byraju</a:t>
            </a: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Yashwanth Seeram</a:t>
            </a:r>
          </a:p>
        </p:txBody>
      </p:sp>
    </p:spTree>
    <p:extLst>
      <p:ext uri="{BB962C8B-B14F-4D97-AF65-F5344CB8AC3E}">
        <p14:creationId xmlns:p14="http://schemas.microsoft.com/office/powerpoint/2010/main" val="2829127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3DB08-5EE0-5F68-0224-547D5D345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0F429C7D-9F22-C95D-3879-28F2FE480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0C3B217C-DAD6-4448-2423-9A7F45570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66461AE-9850-2344-E3D7-CC598B4EC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17"/>
          <a:stretch>
            <a:fillRect/>
          </a:stretch>
        </p:blipFill>
        <p:spPr bwMode="auto">
          <a:xfrm>
            <a:off x="3342968" y="324787"/>
            <a:ext cx="8847508" cy="620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2C0023-7585-4965-D845-903C8D3FB97C}"/>
              </a:ext>
            </a:extLst>
          </p:cNvPr>
          <p:cNvSpPr txBox="1"/>
          <p:nvPr/>
        </p:nvSpPr>
        <p:spPr>
          <a:xfrm>
            <a:off x="412955" y="2585883"/>
            <a:ext cx="26292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</a:t>
            </a:r>
            <a:b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892275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57265E60-8A6F-1A3B-21D4-371F3CE4B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DFEC49-5AD3-A9BB-46AA-76E82881A6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07"/>
          <a:stretch>
            <a:fillRect/>
          </a:stretch>
        </p:blipFill>
        <p:spPr bwMode="auto">
          <a:xfrm>
            <a:off x="4631609" y="469490"/>
            <a:ext cx="7658714" cy="591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11B2EE-A735-BD56-E236-CDAB27678F6D}"/>
              </a:ext>
            </a:extLst>
          </p:cNvPr>
          <p:cNvSpPr txBox="1"/>
          <p:nvPr/>
        </p:nvSpPr>
        <p:spPr>
          <a:xfrm>
            <a:off x="412955" y="2585883"/>
            <a:ext cx="41114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Why Existing Solutions Fail?</a:t>
            </a:r>
          </a:p>
        </p:txBody>
      </p:sp>
    </p:spTree>
    <p:extLst>
      <p:ext uri="{BB962C8B-B14F-4D97-AF65-F5344CB8AC3E}">
        <p14:creationId xmlns:p14="http://schemas.microsoft.com/office/powerpoint/2010/main" val="551069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B503B-9812-5BB7-F899-B53A6571E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E5B6F84-F7ED-1967-9C0D-D8EEFF476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79916044-8F4B-1A07-7AB2-41B547191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AECDABA-28B7-CBC2-6DA5-BD86B2319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04"/>
          <a:stretch>
            <a:fillRect/>
          </a:stretch>
        </p:blipFill>
        <p:spPr bwMode="auto">
          <a:xfrm>
            <a:off x="722671" y="1282500"/>
            <a:ext cx="10746658" cy="549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8214E-FCEA-D37C-A8F4-7592A077B077}"/>
              </a:ext>
            </a:extLst>
          </p:cNvPr>
          <p:cNvSpPr txBox="1"/>
          <p:nvPr/>
        </p:nvSpPr>
        <p:spPr>
          <a:xfrm>
            <a:off x="4169831" y="520897"/>
            <a:ext cx="38523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Our Solution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A22696-242A-60D5-6093-B420D60F0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48" t="3040" r="776" b="64688"/>
          <a:stretch>
            <a:fillRect/>
          </a:stretch>
        </p:blipFill>
        <p:spPr>
          <a:xfrm>
            <a:off x="8624835" y="0"/>
            <a:ext cx="3567165" cy="22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12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98322-8385-8F74-E8D3-A70E63A01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AFAA6506-7EAF-1BAF-FAFF-D7565DA89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9AAE2A2C-CCD2-30D2-2F93-4A67AB063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CDB4CFC9-1D52-9B57-926C-F66A2D7B9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7" r="7211" b="9155"/>
          <a:stretch>
            <a:fillRect/>
          </a:stretch>
        </p:blipFill>
        <p:spPr bwMode="auto">
          <a:xfrm>
            <a:off x="3687097" y="503687"/>
            <a:ext cx="8639924" cy="585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63CB38-6D7D-E360-1368-B91AAD979063}"/>
              </a:ext>
            </a:extLst>
          </p:cNvPr>
          <p:cNvSpPr txBox="1"/>
          <p:nvPr/>
        </p:nvSpPr>
        <p:spPr>
          <a:xfrm>
            <a:off x="551561" y="2644170"/>
            <a:ext cx="3135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How this works?</a:t>
            </a:r>
          </a:p>
        </p:txBody>
      </p:sp>
    </p:spTree>
    <p:extLst>
      <p:ext uri="{BB962C8B-B14F-4D97-AF65-F5344CB8AC3E}">
        <p14:creationId xmlns:p14="http://schemas.microsoft.com/office/powerpoint/2010/main" val="2094029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9893F-5745-81CE-917C-FA15FF69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239FFE4C-91A3-8CCA-6E73-1E1F3F853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75CBFF4A-2532-A4C8-2C4E-96976797B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B3087D7-5036-86CB-46E1-717C9AAA92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9" b="7692"/>
          <a:stretch>
            <a:fillRect/>
          </a:stretch>
        </p:blipFill>
        <p:spPr bwMode="auto">
          <a:xfrm>
            <a:off x="2564339" y="42833"/>
            <a:ext cx="7063321" cy="6772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205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8BBA0-51C8-DC5C-A787-179D79D9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B8DBC96E-EEA9-F807-0F9E-CD5D229CB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942B91B6-E142-4C29-8132-30DBA8C35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BD9165-F950-DD6C-1AE5-CDB5B147757A}"/>
              </a:ext>
            </a:extLst>
          </p:cNvPr>
          <p:cNvSpPr txBox="1"/>
          <p:nvPr/>
        </p:nvSpPr>
        <p:spPr>
          <a:xfrm>
            <a:off x="5021160" y="3013501"/>
            <a:ext cx="2149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630747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8F9F9-6217-6A90-F98B-D743629F4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854415D5-6C98-12FB-E9B6-F6E1FEB5E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6D2D4BB9-C53A-6312-8507-142120149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080AACDB-1D40-4DF6-A971-7533DF3B8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1"/>
          <a:stretch>
            <a:fillRect/>
          </a:stretch>
        </p:blipFill>
        <p:spPr bwMode="auto">
          <a:xfrm>
            <a:off x="1295400" y="1774416"/>
            <a:ext cx="9601200" cy="493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4303FA-3743-040E-D19B-08C109CD5C7C}"/>
              </a:ext>
            </a:extLst>
          </p:cNvPr>
          <p:cNvSpPr txBox="1"/>
          <p:nvPr/>
        </p:nvSpPr>
        <p:spPr>
          <a:xfrm>
            <a:off x="2883421" y="638884"/>
            <a:ext cx="6425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Why this is Valuable?</a:t>
            </a:r>
          </a:p>
        </p:txBody>
      </p:sp>
    </p:spTree>
    <p:extLst>
      <p:ext uri="{BB962C8B-B14F-4D97-AF65-F5344CB8AC3E}">
        <p14:creationId xmlns:p14="http://schemas.microsoft.com/office/powerpoint/2010/main" val="1400317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FA93F-BB4F-6A9A-9234-1F8F1F5C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6132117B-9CC3-FC81-E7BA-934E78D9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5F51AEC7-A0EC-A886-CB17-C6063334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F4F6181B-6D9A-B908-1C5B-0233E18A0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56"/>
          <a:stretch>
            <a:fillRect/>
          </a:stretch>
        </p:blipFill>
        <p:spPr bwMode="auto">
          <a:xfrm>
            <a:off x="4741822" y="1081712"/>
            <a:ext cx="7448654" cy="469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F6D137-1E6C-0023-A535-B229BF6183E3}"/>
              </a:ext>
            </a:extLst>
          </p:cNvPr>
          <p:cNvSpPr txBox="1"/>
          <p:nvPr/>
        </p:nvSpPr>
        <p:spPr>
          <a:xfrm>
            <a:off x="580421" y="2644170"/>
            <a:ext cx="38926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Market Opportunity</a:t>
            </a:r>
          </a:p>
        </p:txBody>
      </p:sp>
    </p:spTree>
    <p:extLst>
      <p:ext uri="{BB962C8B-B14F-4D97-AF65-F5344CB8AC3E}">
        <p14:creationId xmlns:p14="http://schemas.microsoft.com/office/powerpoint/2010/main" val="1022116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48EFD-E4CF-6E99-D3E6-861647EDC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492A1FB-7AD2-F0D1-F9D2-F369189EB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AED7C6BB-C9C3-298F-177D-69A3796FC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7712F441-E201-4843-39AE-5E256B0D89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7"/>
          <a:stretch>
            <a:fillRect/>
          </a:stretch>
        </p:blipFill>
        <p:spPr bwMode="auto">
          <a:xfrm>
            <a:off x="1752600" y="291559"/>
            <a:ext cx="8686800" cy="6274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312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08660-E7F5-5AC6-B5F4-BB992325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66A8D934-F4A9-29E9-B091-B874D1DE2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13D6C031-753B-BBDF-F777-43D873989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77D5481D-E4B1-0183-731E-7163D8934E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30"/>
          <a:stretch>
            <a:fillRect/>
          </a:stretch>
        </p:blipFill>
        <p:spPr bwMode="auto">
          <a:xfrm>
            <a:off x="1264574" y="458250"/>
            <a:ext cx="9662851" cy="594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302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335AA-B29C-D635-151E-CBEA96DA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036CE5B-4919-DE15-38B5-F946096F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A9894363-5811-6FBA-1F4E-1CA821217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E6FD5CCA-DD5D-D329-B6E5-D068E7F6E9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20"/>
          <a:stretch>
            <a:fillRect/>
          </a:stretch>
        </p:blipFill>
        <p:spPr bwMode="auto">
          <a:xfrm>
            <a:off x="1537737" y="148490"/>
            <a:ext cx="9277747" cy="644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21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E624B-BD47-B024-D294-8ABA2DB7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D90512C-726F-7212-35A2-E194D7BBA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BDF540D3-078B-32CF-6908-0AFFEB7AC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EF2B3237-CE53-11E6-0329-9947A57527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3"/>
          <a:stretch>
            <a:fillRect/>
          </a:stretch>
        </p:blipFill>
        <p:spPr bwMode="auto">
          <a:xfrm>
            <a:off x="1518976" y="133140"/>
            <a:ext cx="9154047" cy="6591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028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B552C-3DC0-D571-DAB9-238FBF31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693514E-EDE9-E508-A6E5-026F024A3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B83AC42F-D30E-B879-8B24-2EFCB3F1C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697C78-1AF8-FE3F-4685-82CCDBC44AFE}"/>
              </a:ext>
            </a:extLst>
          </p:cNvPr>
          <p:cNvSpPr txBox="1"/>
          <p:nvPr/>
        </p:nvSpPr>
        <p:spPr>
          <a:xfrm>
            <a:off x="1573161" y="2274838"/>
            <a:ext cx="91931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ClauseCraft is not just a contract tool.</a:t>
            </a:r>
            <a:b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</a:b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It is the foundation for how legal professionals interact with contracts - faster, safer, and more consistently.</a:t>
            </a:r>
          </a:p>
        </p:txBody>
      </p:sp>
    </p:spTree>
    <p:extLst>
      <p:ext uri="{BB962C8B-B14F-4D97-AF65-F5344CB8AC3E}">
        <p14:creationId xmlns:p14="http://schemas.microsoft.com/office/powerpoint/2010/main" val="1227761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C9BB9-715B-21C9-1222-3649F6ED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E8E907-089A-66C1-3A78-EDBD03CD4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Powerpoint Background Black Stock Photos, Images and Backgrounds for Free  Download">
            <a:extLst>
              <a:ext uri="{FF2B5EF4-FFF2-40B4-BE49-F238E27FC236}">
                <a16:creationId xmlns:a16="http://schemas.microsoft.com/office/drawing/2014/main" id="{0E064F7C-5C50-5F90-78FC-FA2B00048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9" b="182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6895E0-DBB1-483E-3889-D2E2F7A6E7CC}"/>
              </a:ext>
            </a:extLst>
          </p:cNvPr>
          <p:cNvSpPr txBox="1"/>
          <p:nvPr/>
        </p:nvSpPr>
        <p:spPr>
          <a:xfrm>
            <a:off x="1499419" y="2875002"/>
            <a:ext cx="919316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5605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86</Words>
  <Application>Microsoft Office PowerPoint</Application>
  <PresentationFormat>Widescreen</PresentationFormat>
  <Paragraphs>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Aharoni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Pallavi Nagasamudram</dc:creator>
  <cp:lastModifiedBy>Pallavi Nagasamudram</cp:lastModifiedBy>
  <cp:revision>1</cp:revision>
  <dcterms:created xsi:type="dcterms:W3CDTF">2026-01-24T04:48:58Z</dcterms:created>
  <dcterms:modified xsi:type="dcterms:W3CDTF">2026-01-24T10:56:22Z</dcterms:modified>
</cp:coreProperties>
</file>